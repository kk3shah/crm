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indw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3600" b="1">
                <a:solidFill>
                  <a:srgbClr val="191919"/>
                </a:solidFill>
              </a:defRPr>
            </a:pPr>
            <a:r>
              <a:t>Kindworth – Investor Deck (VC-Level Visuals)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2D2D2D"/>
                </a:solidFill>
              </a:defRPr>
            </a:pPr>
            <a:r>
              <a:t>Burnout and disengagement cost the global economy $322B annually.</a:t>
            </a:r>
            <a:br/>
            <a:r>
              <a:t>Emotional intelligence is the strongest predictor of leadership — but remains invisible in traditional metrics.</a:t>
            </a:r>
            <a:br/>
            <a:r>
              <a:t>Culture can't be measured until it's already broken.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2D2D2D"/>
                </a:solidFill>
              </a:defRPr>
            </a:pPr>
            <a:r>
              <a:t>- $81B global HR tech market by 2030</a:t>
            </a:r>
            <a:br/>
            <a:r>
              <a:t>- 70% of engagement tied to manager behavior</a:t>
            </a:r>
            <a:br/>
            <a:r>
              <a:t>- EQ-driven teams retain and outperform by 20%+</a:t>
            </a:r>
            <a:br/>
            <a:r>
              <a:t>- Organizations want to quantify DEI, culture, and trust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2D2D2D"/>
                </a:solidFill>
              </a:defRPr>
            </a:pPr>
            <a:r>
              <a:t>Kindworth is a behavioral data engine that scores emotional intelligence at work.</a:t>
            </a:r>
            <a:br/>
            <a:r>
              <a:t>We capture and score daily kindness, support, and team-first behavior from Slack, Teams, and manual logs.</a:t>
            </a:r>
            <a:br/>
            <a:r>
              <a:t>Our fixed 100-point Kindness Quotient (KQ) makes EQ measurable.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KQ Scoring Breakdown</a:t>
            </a:r>
          </a:p>
        </p:txBody>
      </p:sp>
      <p:pic>
        <p:nvPicPr>
          <p:cNvPr id="3" name="Picture 2" descr="kq_component_pi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5029200" cy="31092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2D2D2D"/>
                </a:solidFill>
              </a:defRPr>
            </a:pPr>
            <a:r>
              <a:t>- KQ Scorecard: Fixed 100-point performance signal</a:t>
            </a:r>
            <a:br/>
            <a:r>
              <a:t>- Inputs: Slack NLP + manager-approved manual logs</a:t>
            </a:r>
            <a:br/>
            <a:r>
              <a:t>- Scoring: Context, novelty, diversity, spread</a:t>
            </a:r>
            <a:br/>
            <a:r>
              <a:t>- Role-specific dashboards for Employees, Managers, HR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Potential</a:t>
            </a:r>
          </a:p>
        </p:txBody>
      </p:sp>
      <p:pic>
        <p:nvPicPr>
          <p:cNvPr id="3" name="Picture 2" descr="kindworth_roi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5943600" cy="33963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2D2D2D"/>
                </a:solidFill>
              </a:defRPr>
            </a:pPr>
            <a:r>
              <a:t>- B2B SaaS pricing (per-seat monthly)</a:t>
            </a:r>
            <a:br/>
            <a:r>
              <a:t>- Upsell modules: team health analytics, manager enablement</a:t>
            </a:r>
            <a:br/>
            <a:r>
              <a:t>- Expansion motion: Start with one team, scale org-wide</a:t>
            </a:r>
            <a:br/>
            <a:r>
              <a:t>- Ideal Customers: Values-led, remote-first teams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2D2D2D"/>
                </a:solidFill>
              </a:defRPr>
            </a:pPr>
            <a:r>
              <a:t>- Not a badge system — it’s structured EQ intelligence</a:t>
            </a:r>
            <a:br/>
            <a:r>
              <a:t>- Governed score model with escalation, approval, and audit trail</a:t>
            </a:r>
            <a:br/>
            <a:r>
              <a:t>- Plugs into Slack, Teams — no extra tools needed</a:t>
            </a:r>
            <a:br/>
            <a:r>
              <a:t>- Proprietary scoring matrix and signal capture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&amp;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2D2D2D"/>
                </a:solidFill>
              </a:defRPr>
            </a:pPr>
            <a:r>
              <a:t>- Scoring logic and architecture are complete</a:t>
            </a:r>
            <a:br/>
            <a:r>
              <a:t>- NLP + Slack prototype built</a:t>
            </a:r>
            <a:br/>
            <a:r>
              <a:t>- Early advisors aligned</a:t>
            </a:r>
            <a:br/>
            <a:r>
              <a:t>- Q4 roadmap: Launch MVP with 5 paid pilots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 &amp; Use of Proceeds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2D2D2D"/>
                </a:solidFill>
              </a:defRPr>
            </a:pPr>
            <a:r>
              <a:t>Pre-seed Round: $1,000,000</a:t>
            </a:r>
            <a:br/>
            <a:br/>
            <a:r>
              <a:t>Funds usage:</a:t>
            </a:r>
            <a:br/>
            <a:r>
              <a:t>- Complete MVP and dashboards</a:t>
            </a:r>
            <a:br/>
            <a:r>
              <a:t>- Run operations for 12 months</a:t>
            </a:r>
            <a:br/>
            <a:r>
              <a:t>- Launch with 5 paid pilot clients</a:t>
            </a:r>
            <a:br/>
            <a:r>
              <a:t>- Refine KQ signal scoring and performance APIs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